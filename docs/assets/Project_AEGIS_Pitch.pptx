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Project AEGIS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Adversarial Evolution &amp; Generative Intelligence Shield</a:t>
            </a:r>
          </a:p>
          <a:p>
            <a:r>
              <a:t>Self-Healing Payment Security for the GenAI Era.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 (GenAI Fraud Landscape 2026)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Speed: Agentic Hijacking (AI agents making autonomous purchases)</a:t>
            </a:r>
          </a:p>
          <a:p>
            <a:r>
              <a:t>Scale: Transaction Fuzzing (millions of micro-mutations to bypass thresholds)</a:t>
            </a:r>
          </a:p>
          <a:p>
            <a:r>
              <a:t>Sophistication: Deepfake ATOs &amp; Synthetic ID Bust-Outs</a:t>
            </a:r>
          </a:p>
          <a:p>
            <a:r>
              <a:t>The Flaw: Current models suffer from Concept Drift. They degrade as fraud evolves.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AEGIS Solution (Red vs. Blue)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Concept: A continuous, closed-loop adversarial simulation.</a:t>
            </a:r>
          </a:p>
          <a:p>
            <a:r>
              <a:t>Red Team Engine: Autonomous AI agents generating novel fraud vectors.</a:t>
            </a:r>
          </a:p>
          <a:p>
            <a:r>
              <a:t>Blue Team Engine: Real-time detection pipeline learning from zero-day attacks.</a:t>
            </a:r>
          </a:p>
          <a:p>
            <a:r>
              <a:t>Result: A self-healing defense system.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USPs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Autonomous Red Teaming (Zero-Day Discovery)</a:t>
            </a:r>
          </a:p>
          <a:p>
            <a:r>
              <a:t>2. Explainable AI (SHAP Waterfall for compliance)</a:t>
            </a:r>
          </a:p>
          <a:p>
            <a:r>
              <a:t>3. Federated Mule Detection (Cross-bank intelligence)</a:t>
            </a:r>
          </a:p>
          <a:p>
            <a:r>
              <a:t>4. Protection for Agentic Commerce (Know Your Agent - KYA)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